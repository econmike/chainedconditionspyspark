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72" r:id="rId5"/>
    <p:sldId id="273" r:id="rId6"/>
    <p:sldId id="271" r:id="rId7"/>
    <p:sldId id="260" r:id="rId8"/>
    <p:sldId id="275" r:id="rId9"/>
    <p:sldId id="258" r:id="rId10"/>
    <p:sldId id="259" r:id="rId11"/>
    <p:sldId id="27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4660"/>
  </p:normalViewPr>
  <p:slideViewPr>
    <p:cSldViewPr snapToGrid="0">
      <p:cViewPr varScale="1">
        <p:scale>
          <a:sx n="88" d="100"/>
          <a:sy n="88" d="100"/>
        </p:scale>
        <p:origin x="40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BCFA0-F41B-1CE1-0D8F-12FA82326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1EDC88-CB3D-C745-B7F5-364C876FA6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ABF0B-F1ED-CA09-0FE6-528956045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F6CAC-9242-4CA0-BE53-81789BBBC3A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9A0F8-78F6-2B0D-49DF-60E40E75F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36480-2466-639F-6A8B-91C46734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653D-AA43-42DF-BCD2-9CDC61760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72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1A019-B46D-D3BE-36AD-E11C23FDB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0CC80-BBC6-56FB-C924-39412D90D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B0091-4E6A-FF50-2F58-C226ECCDC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F6CAC-9242-4CA0-BE53-81789BBBC3A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78227-5B24-1A21-E3DF-2889F4B92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01E19-41E2-A819-8D21-77C249E36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653D-AA43-42DF-BCD2-9CDC61760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22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65BC-0142-8D26-1B3B-B1668BB27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FED83-1BC3-631D-4A59-59AD68DB8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2C70B-62F0-FAB4-6BD6-BA72FFF76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F6CAC-9242-4CA0-BE53-81789BBBC3A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38AB1-DF28-6E75-0B94-364BF2514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803AC-A240-068C-2109-31C25C8B1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653D-AA43-42DF-BCD2-9CDC61760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50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5826-3A9C-CA5F-7367-A96C91798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4AA09-5322-3E9A-B92D-BA1601915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FDB28-D66D-2547-F321-AF4D0C595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2BFD91-F409-8A8F-57A0-D2490E130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F6CAC-9242-4CA0-BE53-81789BBBC3A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E1DEB-8071-73B9-D8D3-9A3F19225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C1FF3F-9A12-E994-C4CF-425F4B5DD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653D-AA43-42DF-BCD2-9CDC61760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982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84276-1112-73A2-31B9-723BF60B0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9FF98-F2AF-DA05-5664-28101DAC4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935377-F24B-C9CD-F2C9-3E798FFE0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2DAE7-8C1B-40C3-3CE6-41EBBDC0EF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5E668-3696-6384-D928-4C95589138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774FFE-FDD0-F595-C358-4C9046F56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F6CAC-9242-4CA0-BE53-81789BBBC3A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EEAAA3-09AF-CBB2-75F1-7EC1065D8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8A5DFA-8548-B78C-9C66-9CB1B1F86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653D-AA43-42DF-BCD2-9CDC61760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211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3FE9D-BF31-951A-780F-58284A405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5431C8-DACA-0954-C937-C4A344900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F6CAC-9242-4CA0-BE53-81789BBBC3A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EE13C-7634-54AD-6539-DAF824200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E873E0-E01D-1FCA-D31C-E8F93A80E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653D-AA43-42DF-BCD2-9CDC61760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079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E021CB-A35C-D4C6-EE2F-2898D0389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F6CAC-9242-4CA0-BE53-81789BBBC3A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47277F-F36F-6989-861E-816104157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04913-E355-A741-2E11-14FE3140F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653D-AA43-42DF-BCD2-9CDC61760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54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3A400-C636-54A7-A6DF-7417BD3C2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6F167-9CBD-BC0E-92B2-058C97382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D6680D-A56E-BD5B-E37F-567F126E7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EA2E4A-ED74-29BD-B549-007E2BCB1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F6CAC-9242-4CA0-BE53-81789BBBC3A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28D31C-C2F5-3BBD-2FA6-0F33E094C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22845-28B9-8F56-5C20-AE3B1A8D9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653D-AA43-42DF-BCD2-9CDC61760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28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7A9ED-5E36-9E97-9563-D7AEF1075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93000D-A199-D78E-4371-FB94EA4929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6B16E8-E9E4-CBD3-8C76-3983A4689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9C2FC-94AE-79B2-E035-BAA0F351D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F6CAC-9242-4CA0-BE53-81789BBBC3A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1872FA-F272-9A53-05F0-0ED07E7AA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5D0937-70B4-989C-721A-AD8E32232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653D-AA43-42DF-BCD2-9CDC61760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653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1E2C-6314-EC12-F6F3-B82706D10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A6A0AC-C05A-BC71-45A7-4B2CD7306D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A089D-DC1B-B96E-0132-D33839FA1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F6CAC-9242-4CA0-BE53-81789BBBC3A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361AA-F78B-2E63-476E-C0BB5E864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A82E7-E2BE-7BE5-FD62-D0DDEE6D8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653D-AA43-42DF-BCD2-9CDC61760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834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7999F4-6350-F0A6-41B3-391C16B794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7A0D1-13B0-1B72-9FEA-A5DC344C6D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3A161-7189-51D4-3D08-AEC42990B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F6CAC-9242-4CA0-BE53-81789BBBC3A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70A8E-11A6-C4D9-6AC9-2DC1F1D27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C2D57-A893-D394-6F41-2B7B49DBB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E653D-AA43-42DF-BCD2-9CDC61760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143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9D500C-519C-193A-9117-538693264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172B9-84FA-BBA3-DFAC-6A2784234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A77BD-63D3-B6BD-11DB-FF0DF8739B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9F6CAC-9242-4CA0-BE53-81789BBBC3A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22F75-B2F0-40DF-F99A-0088DAC457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3891F-A381-6F28-A6A0-754B33954E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4E653D-AA43-42DF-BCD2-9CDC61760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41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E48B41E-A4D7-34C7-4091-7A3F1A468B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095" y="696685"/>
            <a:ext cx="3504819" cy="31024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6E2706-C888-541A-C674-C4128762BD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7857" y="587829"/>
            <a:ext cx="4507366" cy="32112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79C8D8-B148-F0A8-68B8-EA02C73F85C2}"/>
              </a:ext>
            </a:extLst>
          </p:cNvPr>
          <p:cNvSpPr txBox="1"/>
          <p:nvPr/>
        </p:nvSpPr>
        <p:spPr>
          <a:xfrm>
            <a:off x="1676400" y="4757057"/>
            <a:ext cx="883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Distributed Computing with </a:t>
            </a:r>
            <a:r>
              <a:rPr lang="en-US" sz="2800" b="1" dirty="0" err="1"/>
              <a:t>PySpark</a:t>
            </a:r>
            <a:r>
              <a:rPr lang="en-US" sz="2800" b="1" dirty="0"/>
              <a:t> Chained Conditions</a:t>
            </a:r>
          </a:p>
        </p:txBody>
      </p:sp>
    </p:spTree>
    <p:extLst>
      <p:ext uri="{BB962C8B-B14F-4D97-AF65-F5344CB8AC3E}">
        <p14:creationId xmlns:p14="http://schemas.microsoft.com/office/powerpoint/2010/main" val="2889606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20F75-D80A-AA88-D129-5AFF98DFF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DCA0F-05FC-4319-394E-AD38B85A4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About Spark</a:t>
            </a:r>
          </a:p>
          <a:p>
            <a:pPr marL="0" indent="0">
              <a:buNone/>
            </a:pPr>
            <a:r>
              <a:rPr lang="en-US" dirty="0" err="1"/>
              <a:t>PySpark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Chained Conditions</a:t>
            </a:r>
          </a:p>
          <a:p>
            <a:pPr marL="0" indent="0">
              <a:buNone/>
            </a:pPr>
            <a:r>
              <a:rPr lang="en-US" dirty="0"/>
              <a:t>Why are chained conditions important to know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084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6F3B4-F086-BE3B-B990-DAFCBD6AD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kern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Apache Spark</a:t>
            </a:r>
            <a:br>
              <a:rPr lang="en-US" sz="4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E5147-384E-6411-EC55-5629B8C68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Apache Spark is an open-source distributed cluster-computing framework introduced by Apache Software Foundation.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C488DF-8185-BCA9-D719-16842AF7A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5106725" cy="24715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372358-F661-6201-CADD-0CAA9C386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121" y="3172137"/>
            <a:ext cx="4972744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916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F84E1-3453-6702-7425-B516BCD97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BF9C6-F005-4BD7-EC52-CD4B18BD0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69761"/>
          </a:xfrm>
        </p:spPr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Introduction to Apache Spark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B767B-CEC4-18F9-0828-3DB57189B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A fast and general engine for large-scale data processing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Response to limitations in the Hadoop MapReduce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Implemented in Scala programming language, supports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Java, Scala, Python, R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AFB52CA-4B69-A444-A065-F035E0D70258}"/>
              </a:ext>
            </a:extLst>
          </p:cNvPr>
          <p:cNvSpPr txBox="1">
            <a:spLocks/>
          </p:cNvSpPr>
          <p:nvPr/>
        </p:nvSpPr>
        <p:spPr>
          <a:xfrm>
            <a:off x="740229" y="1268186"/>
            <a:ext cx="103632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3450317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143E5-9F75-6EA7-E445-AB74FC3B1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98B76-535C-0F51-9C34-4E2E60424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69761"/>
          </a:xfrm>
        </p:spPr>
        <p:txBody>
          <a:bodyPr/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Pyspark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852745F-35AF-ED24-43FF-6AC816B86F7F}"/>
              </a:ext>
            </a:extLst>
          </p:cNvPr>
          <p:cNvSpPr txBox="1">
            <a:spLocks/>
          </p:cNvSpPr>
          <p:nvPr/>
        </p:nvSpPr>
        <p:spPr>
          <a:xfrm>
            <a:off x="740229" y="1268186"/>
            <a:ext cx="103632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</a:t>
            </a:r>
          </a:p>
        </p:txBody>
      </p:sp>
      <p:pic>
        <p:nvPicPr>
          <p:cNvPr id="1026" name="Picture 2" descr="PySpark Logo">
            <a:extLst>
              <a:ext uri="{FF2B5EF4-FFF2-40B4-BE49-F238E27FC236}">
                <a16:creationId xmlns:a16="http://schemas.microsoft.com/office/drawing/2014/main" id="{5ABFC831-E2ED-0974-5B39-81424E7AF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829" y="453799"/>
            <a:ext cx="5076825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EE7995-E5D5-D551-CA83-991A90914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6771"/>
            <a:ext cx="10515600" cy="4250191"/>
          </a:xfrm>
        </p:spPr>
        <p:txBody>
          <a:bodyPr/>
          <a:lstStyle/>
          <a:p>
            <a:r>
              <a:rPr lang="en-US" b="0" i="0" dirty="0" err="1">
                <a:solidFill>
                  <a:srgbClr val="1B3139"/>
                </a:solidFill>
                <a:effectLst/>
                <a:latin typeface="DM Sans" pitchFamily="2" charset="0"/>
              </a:rPr>
              <a:t>PySpark</a:t>
            </a:r>
            <a:r>
              <a:rPr lang="en-US" b="0" i="0" dirty="0">
                <a:solidFill>
                  <a:srgbClr val="1B3139"/>
                </a:solidFill>
                <a:effectLst/>
                <a:latin typeface="DM Sans" pitchFamily="2" charset="0"/>
              </a:rPr>
              <a:t> has been released in order to support the collaboration of Apache Spark and Python, it actually is a Python API for Spark.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205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7F552-A81B-143D-2B4F-815672EFC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kern="100" dirty="0" err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PySpark</a:t>
            </a:r>
            <a:r>
              <a:rPr lang="en-US" sz="4400" kern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lang="en-US" sz="4400" kern="100" dirty="0" err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060EE-8826-63BA-B602-528EFB79F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Schema-based: Each column has a name and a data type.</a:t>
            </a:r>
          </a:p>
          <a:p>
            <a:endParaRPr lang="en-US" dirty="0"/>
          </a:p>
          <a:p>
            <a:r>
              <a:rPr lang="en-US" dirty="0"/>
              <a:t>Distributed computing: </a:t>
            </a:r>
            <a:r>
              <a:rPr lang="en-US" dirty="0" err="1"/>
              <a:t>DataFrames</a:t>
            </a:r>
            <a:r>
              <a:rPr lang="en-US" dirty="0"/>
              <a:t> can be processed in parallel across a cluster using Spark’s execution engine.</a:t>
            </a:r>
          </a:p>
          <a:p>
            <a:endParaRPr lang="en-US" dirty="0"/>
          </a:p>
          <a:p>
            <a:r>
              <a:rPr lang="en-US" dirty="0"/>
              <a:t>Lazy Evaluation: Computation is only triggered when an action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/>
              <a:t>i.e.-&gt;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.show() or .collect()) </a:t>
            </a:r>
            <a:r>
              <a:rPr lang="en-US" dirty="0"/>
              <a:t>is called.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075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3CDAA-3E5F-8E08-CF44-C17A9FFAA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DD770-6746-4FE2-25F4-577739947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Chained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DFC18-ACB2-B326-4F26-9F06723CD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Chained conditions refer to combining multiple conditions in a single logical statement using logical operators like:</a:t>
            </a:r>
          </a:p>
          <a:p>
            <a:endParaRPr lang="en-US" dirty="0"/>
          </a:p>
          <a:p>
            <a:r>
              <a:rPr lang="en-US" dirty="0"/>
              <a:t>And (both conditions must be true) "&amp;"</a:t>
            </a:r>
          </a:p>
          <a:p>
            <a:r>
              <a:rPr lang="en-US" dirty="0"/>
              <a:t>Or (at least one condition must be true) "|"</a:t>
            </a:r>
          </a:p>
          <a:p>
            <a:r>
              <a:rPr lang="en-US" dirty="0"/>
              <a:t>Not (negates the condition) "~"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 err="1"/>
              <a:t>PySpark</a:t>
            </a:r>
            <a:r>
              <a:rPr lang="en-US" sz="2400" dirty="0"/>
              <a:t> use </a:t>
            </a:r>
            <a:r>
              <a:rPr lang="en-US" sz="2400" b="1" dirty="0"/>
              <a:t>bitwise operators</a:t>
            </a:r>
            <a:r>
              <a:rPr lang="en-US" sz="2400" dirty="0"/>
              <a:t> (&amp;, |, ~) instead of Python’s (and, or, not)</a:t>
            </a:r>
          </a:p>
        </p:txBody>
      </p:sp>
    </p:spTree>
    <p:extLst>
      <p:ext uri="{BB962C8B-B14F-4D97-AF65-F5344CB8AC3E}">
        <p14:creationId xmlns:p14="http://schemas.microsoft.com/office/powerpoint/2010/main" val="2527205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24018-F491-7E3D-9DBD-246702855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DA39CF-442A-C34D-70DC-2840BD3F9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  Logical meaning	                                      </a:t>
            </a:r>
            <a:r>
              <a:rPr lang="en-US" b="1" dirty="0" err="1"/>
              <a:t>PySpark</a:t>
            </a:r>
            <a:r>
              <a:rPr lang="en-US" b="1" dirty="0"/>
              <a:t> operator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dirty="0"/>
              <a:t>          AND	 					  &amp;</a:t>
            </a:r>
          </a:p>
          <a:p>
            <a:pPr marL="0" indent="0">
              <a:buNone/>
            </a:pPr>
            <a:r>
              <a:rPr lang="en-US" dirty="0"/>
              <a:t>           OR						   |</a:t>
            </a:r>
          </a:p>
          <a:p>
            <a:pPr marL="0" indent="0">
              <a:buNone/>
            </a:pPr>
            <a:r>
              <a:rPr lang="en-US" dirty="0"/>
              <a:t>          NOT						   ~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855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DC385-9D6A-ABD7-BD1D-6B87D5EAF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this important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4B855-4DED-E403-1A44-38EE5E57B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They allow developers to create more precise output by combining multiple criteria. This is essential in real-world problem solving, where decisions often depend on more than one factor.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i="1" dirty="0"/>
              <a:t>When your supervisor gives you an Ad hoc task, you can usually find the answer using Chained condition on your dataset.</a:t>
            </a:r>
          </a:p>
        </p:txBody>
      </p:sp>
    </p:spTree>
    <p:extLst>
      <p:ext uri="{BB962C8B-B14F-4D97-AF65-F5344CB8AC3E}">
        <p14:creationId xmlns:p14="http://schemas.microsoft.com/office/powerpoint/2010/main" val="2704425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8EE8B-1DE4-6077-657F-EE6BBF4E8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Supports Advanced Analytics and 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06643-E872-BA98-7D86-1CEEBEEAB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Chained conditions enable nuanced analysis, such as:</a:t>
            </a:r>
          </a:p>
          <a:p>
            <a:r>
              <a:rPr lang="en-US" dirty="0"/>
              <a:t>Classifying customer behavior</a:t>
            </a:r>
          </a:p>
          <a:p>
            <a:r>
              <a:rPr lang="en-US" dirty="0"/>
              <a:t>Detecting fraud</a:t>
            </a:r>
          </a:p>
          <a:p>
            <a:r>
              <a:rPr lang="en-US" dirty="0"/>
              <a:t>Prioritizing leads or support tickets</a:t>
            </a:r>
          </a:p>
          <a:p>
            <a:r>
              <a:rPr lang="en-US" dirty="0"/>
              <a:t>Monitoring service usage patterns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340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EE924-2819-917A-ED65-1EAF88FDB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pic>
        <p:nvPicPr>
          <p:cNvPr id="4" name="Picture 2" descr="PySpark Logo">
            <a:extLst>
              <a:ext uri="{FF2B5EF4-FFF2-40B4-BE49-F238E27FC236}">
                <a16:creationId xmlns:a16="http://schemas.microsoft.com/office/drawing/2014/main" id="{883C520B-DB4E-93AA-4823-BC951E91FF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651" y="2656115"/>
            <a:ext cx="6130698" cy="174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4800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346</Words>
  <Application>Microsoft Office PowerPoint</Application>
  <PresentationFormat>Widescreen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DM Sans</vt:lpstr>
      <vt:lpstr>Tahoma</vt:lpstr>
      <vt:lpstr>Wingdings</vt:lpstr>
      <vt:lpstr>Office Theme</vt:lpstr>
      <vt:lpstr>PowerPoint Presentation</vt:lpstr>
      <vt:lpstr>Agenda</vt:lpstr>
      <vt:lpstr>What is Apache Spark </vt:lpstr>
      <vt:lpstr>Introduction to Apache Spark</vt:lpstr>
      <vt:lpstr>Pyspark</vt:lpstr>
      <vt:lpstr>PySpark - Dataframe</vt:lpstr>
      <vt:lpstr>Chained conditions</vt:lpstr>
      <vt:lpstr>Summary</vt:lpstr>
      <vt:lpstr>Why is this important</vt:lpstr>
      <vt:lpstr>Supports Advanced Analytics and Insights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Jadoo</dc:creator>
  <cp:lastModifiedBy>Mike Jadoo</cp:lastModifiedBy>
  <cp:revision>14</cp:revision>
  <dcterms:created xsi:type="dcterms:W3CDTF">2025-06-16T03:06:21Z</dcterms:created>
  <dcterms:modified xsi:type="dcterms:W3CDTF">2025-12-09T09:21:39Z</dcterms:modified>
</cp:coreProperties>
</file>